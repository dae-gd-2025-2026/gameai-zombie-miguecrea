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9" r:id="rId7"/>
    <p:sldId id="270" r:id="rId8"/>
    <p:sldId id="266" r:id="rId9"/>
    <p:sldId id="267" r:id="rId10"/>
    <p:sldId id="271" r:id="rId11"/>
    <p:sldId id="273" r:id="rId12"/>
    <p:sldId id="268" r:id="rId13"/>
    <p:sldId id="274" r:id="rId14"/>
    <p:sldId id="275" r:id="rId15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06/01/2026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9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GPP Exam: Zombie AI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651AA-5F60-4B6E-8386-AEA67C018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bg1">
                    <a:lumMod val="75000"/>
                  </a:schemeClr>
                </a:solidFill>
              </a:rPr>
              <a:t>Miguel Angel Lozano Bedoya </a:t>
            </a:r>
            <a:endParaRPr lang="en-BE" b="1"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722" y="98324"/>
            <a:ext cx="10515600" cy="86523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Decision Making</a:t>
            </a: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2AE3C-B32E-894B-551B-1F805FA0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8" y="744130"/>
            <a:ext cx="6081560" cy="4005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EF38DA-4B94-7471-AB9A-A4608A62F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985" y="1156672"/>
            <a:ext cx="5452866" cy="289283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625B020-FE35-C852-F9F6-D6300001A0F7}"/>
              </a:ext>
            </a:extLst>
          </p:cNvPr>
          <p:cNvSpPr txBox="1">
            <a:spLocks/>
          </p:cNvSpPr>
          <p:nvPr/>
        </p:nvSpPr>
        <p:spPr>
          <a:xfrm>
            <a:off x="7858432" y="4502254"/>
            <a:ext cx="1644447" cy="865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 err="1">
                <a:latin typeface="Aharoni" panose="020F0502020204030204" pitchFamily="2" charset="-79"/>
                <a:cs typeface="Aharoni" panose="020F0502020204030204" pitchFamily="2" charset="-79"/>
              </a:rPr>
              <a:t>BlackBoard</a:t>
            </a:r>
            <a:r>
              <a:rPr lang="en-US" sz="1800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endParaRPr lang="en-BE" sz="1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FACA0D8-9301-49FC-1CF2-4B175B2E5A0C}"/>
              </a:ext>
            </a:extLst>
          </p:cNvPr>
          <p:cNvSpPr txBox="1">
            <a:spLocks/>
          </p:cNvSpPr>
          <p:nvPr/>
        </p:nvSpPr>
        <p:spPr>
          <a:xfrm>
            <a:off x="2310580" y="4628334"/>
            <a:ext cx="2022990" cy="8652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dirty="0" err="1">
                <a:latin typeface="Aharoni" panose="020F0502020204030204" pitchFamily="2" charset="-79"/>
                <a:cs typeface="Aharoni" panose="020F0502020204030204" pitchFamily="2" charset="-79"/>
              </a:rPr>
              <a:t>StateMachine</a:t>
            </a:r>
            <a:r>
              <a:rPr lang="en-US" sz="1800" dirty="0">
                <a:latin typeface="Aharoni" panose="020F0502020204030204" pitchFamily="2" charset="-79"/>
                <a:cs typeface="Aharoni" panose="020F0502020204030204" pitchFamily="2" charset="-79"/>
              </a:rPr>
              <a:t> </a:t>
            </a:r>
            <a:endParaRPr lang="en-BE" sz="1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B2860-BDCD-D6CE-BF53-1199EDAE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BFF2F-8474-09A9-6F9B-2C0E6AFA0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883" y="88492"/>
            <a:ext cx="10515600" cy="86523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Decision Making</a:t>
            </a: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9BCD65-0A5E-46BB-12DD-D9E19621D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919" y="953731"/>
            <a:ext cx="7301527" cy="5752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7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5ACD3-FC7C-2E1D-AC6A-783F06F6E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6725-3E7D-9DB1-4179-6E78BCE2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33" y="98017"/>
            <a:ext cx="10515600" cy="865239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EXPLORING</a:t>
            </a: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3" name="2026-05-24 12-41-01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AA35E72F-FF36-3C35-54C2-4BF488CBBF2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47649" y="1342409"/>
            <a:ext cx="7925896" cy="4458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C6D62C-4235-C49C-BF81-9C2D47319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6169" y="1466850"/>
            <a:ext cx="3628182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221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470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4A03-ABF7-1CC8-54CF-4CDAE9789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6EF04-0294-6B24-1CF2-68C8F142B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770" y="118678"/>
            <a:ext cx="10515600" cy="6729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Memory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09F6EB4-3615-203E-703B-E2AB9DAB35F8}"/>
              </a:ext>
            </a:extLst>
          </p:cNvPr>
          <p:cNvSpPr/>
          <p:nvPr/>
        </p:nvSpPr>
        <p:spPr>
          <a:xfrm>
            <a:off x="158380" y="119986"/>
            <a:ext cx="2871019" cy="25170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94F950-607D-170D-A6F4-D4E4683CF3BC}"/>
              </a:ext>
            </a:extLst>
          </p:cNvPr>
          <p:cNvSpPr/>
          <p:nvPr/>
        </p:nvSpPr>
        <p:spPr>
          <a:xfrm>
            <a:off x="1781949" y="792955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D3637E3-78E7-6AC2-691E-680E3DF77AD3}"/>
              </a:ext>
            </a:extLst>
          </p:cNvPr>
          <p:cNvSpPr/>
          <p:nvPr/>
        </p:nvSpPr>
        <p:spPr>
          <a:xfrm>
            <a:off x="1207844" y="468015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9EDB9ED-3C5B-3790-2465-76935769C779}"/>
              </a:ext>
            </a:extLst>
          </p:cNvPr>
          <p:cNvSpPr/>
          <p:nvPr/>
        </p:nvSpPr>
        <p:spPr>
          <a:xfrm>
            <a:off x="674657" y="905141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D674C1-48E7-E89D-7403-63DA08CACB8B}"/>
              </a:ext>
            </a:extLst>
          </p:cNvPr>
          <p:cNvSpPr/>
          <p:nvPr/>
        </p:nvSpPr>
        <p:spPr>
          <a:xfrm>
            <a:off x="1271236" y="1152424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5A9FBBB-2137-1E46-7B7D-CD9C44088F70}"/>
              </a:ext>
            </a:extLst>
          </p:cNvPr>
          <p:cNvSpPr/>
          <p:nvPr/>
        </p:nvSpPr>
        <p:spPr>
          <a:xfrm>
            <a:off x="1593890" y="1586352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A0C3325-CA52-FD9F-8959-1C0A716B67C3}"/>
              </a:ext>
            </a:extLst>
          </p:cNvPr>
          <p:cNvSpPr/>
          <p:nvPr/>
        </p:nvSpPr>
        <p:spPr>
          <a:xfrm>
            <a:off x="1039120" y="1788798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F74205-FE5C-6C54-33CF-45EFEF333852}"/>
              </a:ext>
            </a:extLst>
          </p:cNvPr>
          <p:cNvSpPr/>
          <p:nvPr/>
        </p:nvSpPr>
        <p:spPr>
          <a:xfrm>
            <a:off x="579168" y="1483294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411CA96-8B67-80A1-78DD-C330F4ECB382}"/>
              </a:ext>
            </a:extLst>
          </p:cNvPr>
          <p:cNvSpPr/>
          <p:nvPr/>
        </p:nvSpPr>
        <p:spPr>
          <a:xfrm>
            <a:off x="2120374" y="1335513"/>
            <a:ext cx="422787" cy="4326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784FD0-86EC-58B6-A250-43D4394B5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933" y="3141635"/>
            <a:ext cx="4108437" cy="31588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3B8E97A-B9F4-7794-5ECE-5513031F6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80" y="3276114"/>
            <a:ext cx="6074511" cy="3113871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93971D66-D3FC-558B-E060-A0551A14039C}"/>
              </a:ext>
            </a:extLst>
          </p:cNvPr>
          <p:cNvSpPr txBox="1">
            <a:spLocks/>
          </p:cNvSpPr>
          <p:nvPr/>
        </p:nvSpPr>
        <p:spPr>
          <a:xfrm>
            <a:off x="-173068" y="1092491"/>
            <a:ext cx="10515600" cy="6729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Interest Points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8EF0A51-E4A6-46BD-2A19-2D72AD0B6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187" y="1631288"/>
            <a:ext cx="6248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00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B000B-D593-449E-F2B1-84719DB1C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ACC96-6C8E-1993-102E-BD6BF5AD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394" y="116678"/>
            <a:ext cx="10515600" cy="65484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Memory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1C5E5D-FD4F-266C-EFAF-97A18C307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118" y="288128"/>
            <a:ext cx="4397596" cy="5258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5A8730-9613-89FD-0E5E-2456F4426C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5404" y="844215"/>
            <a:ext cx="5180488" cy="3762313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9676AEE-D5D0-21E8-E5D8-05520F9DF9FA}"/>
              </a:ext>
            </a:extLst>
          </p:cNvPr>
          <p:cNvSpPr txBox="1">
            <a:spLocks/>
          </p:cNvSpPr>
          <p:nvPr/>
        </p:nvSpPr>
        <p:spPr>
          <a:xfrm>
            <a:off x="7090550" y="444101"/>
            <a:ext cx="2339200" cy="65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Looting State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6" name="AutoShape 2" descr="Shotgun Free Stock Photos, Images, and Pictures of Shotgun">
            <a:extLst>
              <a:ext uri="{FF2B5EF4-FFF2-40B4-BE49-F238E27FC236}">
                <a16:creationId xmlns:a16="http://schemas.microsoft.com/office/drawing/2014/main" id="{1AB67AB4-11E2-D422-F28A-E3D330514F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Shotgun Free Stock Photos, Images, and Pictures of Shotgun">
            <a:extLst>
              <a:ext uri="{FF2B5EF4-FFF2-40B4-BE49-F238E27FC236}">
                <a16:creationId xmlns:a16="http://schemas.microsoft.com/office/drawing/2014/main" id="{84419C9C-4C77-FCB0-062E-D43EA99710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F08FC6-686E-CDEB-10A0-ABCA5D57C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894" y="4577951"/>
            <a:ext cx="1653069" cy="1102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05635E-062E-97A0-6B92-3A0752103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475" y="5318535"/>
            <a:ext cx="674650" cy="695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07A2DE1-EE33-51D5-76E9-F1017481C7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6063475" y="6013785"/>
            <a:ext cx="794525" cy="794525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2AC0AF6B-F0E9-BE9F-9193-82DEF8F8F04C}"/>
              </a:ext>
            </a:extLst>
          </p:cNvPr>
          <p:cNvSpPr txBox="1">
            <a:spLocks/>
          </p:cNvSpPr>
          <p:nvPr/>
        </p:nvSpPr>
        <p:spPr>
          <a:xfrm>
            <a:off x="7716544" y="4933951"/>
            <a:ext cx="154175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2000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3459BD7-20E6-4974-C0E1-537EE269980D}"/>
              </a:ext>
            </a:extLst>
          </p:cNvPr>
          <p:cNvSpPr txBox="1">
            <a:spLocks/>
          </p:cNvSpPr>
          <p:nvPr/>
        </p:nvSpPr>
        <p:spPr>
          <a:xfrm>
            <a:off x="6944898" y="5408535"/>
            <a:ext cx="674650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B3601C4-692F-911E-7E32-2057D0B61D8F}"/>
              </a:ext>
            </a:extLst>
          </p:cNvPr>
          <p:cNvSpPr txBox="1">
            <a:spLocks/>
          </p:cNvSpPr>
          <p:nvPr/>
        </p:nvSpPr>
        <p:spPr>
          <a:xfrm>
            <a:off x="6835121" y="5476875"/>
            <a:ext cx="62735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500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5A010F39-F1CA-EDF4-FCAE-302264DDAE8A}"/>
              </a:ext>
            </a:extLst>
          </p:cNvPr>
          <p:cNvSpPr txBox="1">
            <a:spLocks/>
          </p:cNvSpPr>
          <p:nvPr/>
        </p:nvSpPr>
        <p:spPr>
          <a:xfrm>
            <a:off x="6858000" y="6198398"/>
            <a:ext cx="627356" cy="5429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500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53390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91519-3579-E72E-D909-EE03E3D9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5E14E-D6D6-8336-B9CE-AAE022A3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81" y="185935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Enemy Handling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2B8CA-C90E-63D7-5814-9A180266A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706" y="1300315"/>
            <a:ext cx="3282330" cy="33463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B99827-2064-BF52-5507-F00256426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680" y="1300315"/>
            <a:ext cx="5375704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50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1519-3579-E72E-D909-EE03E3D9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80EBD495-4519-3B86-91B4-C41501681A82}"/>
              </a:ext>
            </a:extLst>
          </p:cNvPr>
          <p:cNvSpPr/>
          <p:nvPr/>
        </p:nvSpPr>
        <p:spPr>
          <a:xfrm>
            <a:off x="513057" y="875396"/>
            <a:ext cx="3035731" cy="298814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5E14E-D6D6-8336-B9CE-AAE022A3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248" y="121278"/>
            <a:ext cx="10515600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Enemy Handling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2533EF-9EA0-D324-83A9-03CE82174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537" y="1521538"/>
            <a:ext cx="352425" cy="38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87F29E-34A1-F572-8B63-E1D69AD7E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474" y="2350209"/>
            <a:ext cx="552450" cy="581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FD66A-C9B2-2C9A-30BB-3DE830578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056" y="2350209"/>
            <a:ext cx="352425" cy="381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E2C5EC-1FCD-E368-C538-FC41F932B3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6580" y="1521538"/>
            <a:ext cx="352425" cy="381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908056-AEFD-4C9B-9FAC-4F2FB70B3E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6127" y="988005"/>
            <a:ext cx="5468077" cy="1029612"/>
          </a:xfrm>
          <a:prstGeom prst="rect">
            <a:avLst/>
          </a:prstGeom>
        </p:spPr>
      </p:pic>
      <p:pic>
        <p:nvPicPr>
          <p:cNvPr id="13" name="2026-05-24 11-42-38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E1DEDAF5-64EB-1A10-8449-84CB5780C55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726127" y="2369467"/>
            <a:ext cx="5636071" cy="317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21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1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1519-3579-E72E-D909-EE03E3D9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E14E-D6D6-8336-B9CE-AAE022A3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69" y="307178"/>
            <a:ext cx="10515600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Suicide State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3" name="2026-05-24 12-41-01 (online-video-cutter.com) (1)">
            <a:hlinkClick r:id="" action="ppaction://media"/>
            <a:extLst>
              <a:ext uri="{FF2B5EF4-FFF2-40B4-BE49-F238E27FC236}">
                <a16:creationId xmlns:a16="http://schemas.microsoft.com/office/drawing/2014/main" id="{C857F6E3-BFCF-D4C7-6817-291F7C043F9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2932" y="1167993"/>
            <a:ext cx="6661167" cy="37469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3DD2B-7CE6-45C5-944E-B34E81584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549" y="1369809"/>
            <a:ext cx="5092700" cy="334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45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9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91519-3579-E72E-D909-EE03E3D9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E14E-D6D6-8336-B9CE-AAE022A34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69" y="307178"/>
            <a:ext cx="10515600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Inventory and Items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77555-187E-3DD7-7FF3-910DDB49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626306"/>
            <a:ext cx="3902722" cy="2177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B9DBA2-0939-3AE8-337D-C75C9F04F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" y="2959090"/>
            <a:ext cx="4419600" cy="12192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C603A-E5BE-5849-3E7F-5369A05051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4" y="739797"/>
            <a:ext cx="4660255" cy="592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59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F1326-1B6A-8F44-DE1B-3D87A784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0A99B-C294-DC85-FB3E-943EEA2F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169" y="307178"/>
            <a:ext cx="10515600" cy="8652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  <a:t>Inventory and Items</a:t>
            </a: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br>
              <a:rPr lang="en-US" sz="2800" dirty="0">
                <a:latin typeface="Aharoni" panose="020F0502020204030204" pitchFamily="2" charset="-79"/>
                <a:cs typeface="Aharoni" panose="020F0502020204030204" pitchFamily="2" charset="-79"/>
              </a:rPr>
            </a:br>
            <a:endParaRPr lang="en-BE" sz="2800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EA8322-E605-14E2-8EA2-8CECB8AFF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69" y="666417"/>
            <a:ext cx="4268606" cy="58844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6A22C2-4556-40C9-4EF0-858CCFD30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52" y="2546400"/>
            <a:ext cx="6786304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48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a2e691a9-fcfc-4d85-a390-1894fe98bd9e"/>
    <ds:schemaRef ds:uri="60eb0cf4-ae2a-4762-800a-cb593b869ecb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sharepoint/v4"/>
    <ds:schemaRef ds:uri="http://purl.org/dc/elements/1.1/"/>
    <ds:schemaRef ds:uri="http://purl.org/dc/dcmitype/"/>
    <ds:schemaRef ds:uri="128482ec-0431-40d5-ab26-89ea2a4f3ccd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53</Words>
  <Application>Microsoft Office PowerPoint</Application>
  <PresentationFormat>Widescreen</PresentationFormat>
  <Paragraphs>20</Paragraphs>
  <Slides>11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Aharoni</vt:lpstr>
      <vt:lpstr>Arial</vt:lpstr>
      <vt:lpstr>Calibri</vt:lpstr>
      <vt:lpstr>Calibri Light</vt:lpstr>
      <vt:lpstr>Office Theme</vt:lpstr>
      <vt:lpstr>GPP Exam: Zombie AI</vt:lpstr>
      <vt:lpstr>Decision Making</vt:lpstr>
      <vt:lpstr>Decision Making</vt:lpstr>
      <vt:lpstr>EXPLORING</vt:lpstr>
      <vt:lpstr>Memory </vt:lpstr>
      <vt:lpstr>Memory </vt:lpstr>
      <vt:lpstr>Enemy Handling </vt:lpstr>
      <vt:lpstr>Enemy Handling </vt:lpstr>
      <vt:lpstr>Suicide State  </vt:lpstr>
      <vt:lpstr>Inventory and Items  </vt:lpstr>
      <vt:lpstr>Inventory and Items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Miguel LOZANO BEDOYA</cp:lastModifiedBy>
  <cp:revision>5</cp:revision>
  <dcterms:created xsi:type="dcterms:W3CDTF">2021-12-17T12:45:32Z</dcterms:created>
  <dcterms:modified xsi:type="dcterms:W3CDTF">2026-06-01T18:33:00Z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